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0110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4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lya\Documents\Plotty\output\plotty-presentation-slides\slide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lya\Documents\Plotty\output\plotty-presentation-slides\slide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lya\Documents\Plotty\output\plotty-presentation-slides\slide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1741FA2-4A33-152E-0040-7965CAF01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42370"/>
            <a:ext cx="3669632" cy="6156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lya\Documents\Plotty\output\plotty-presentation-slides\slide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CCBD39B-19AD-4CD0-A391-8400FF4CF9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42370"/>
            <a:ext cx="3669632" cy="6156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lya\Documents\Plotty\output\plotty-presentation-slides\slide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FAE473E-9681-FB62-C1CB-7A78EB005B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82" y="1755201"/>
            <a:ext cx="4002218" cy="463545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A224DC5-60F9-5F66-E6AD-964930D987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1200" y="1726705"/>
            <a:ext cx="4066790" cy="4692449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9A81DA9-5C76-FAA1-C969-4F72799DB3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9119" y="1726705"/>
            <a:ext cx="3997144" cy="45231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lya\Documents\Plotty\output\plotty-presentation-slides\slide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36D799C-DA25-D0D7-6FB1-B6D89B357E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35" y="1803489"/>
            <a:ext cx="6462945" cy="434061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4276891-1724-0362-5A58-226660AB38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4280" y="591573"/>
            <a:ext cx="4613559" cy="56748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lya\Documents\Plotty\output\plotty-presentation-slides\slide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8BA76C0-0685-C072-CADF-2DD5127449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7864" y="1561361"/>
            <a:ext cx="2305372" cy="363905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A1E115A-DC54-315A-836A-DB7DA42B102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515" b="11261"/>
          <a:stretch/>
        </p:blipFill>
        <p:spPr>
          <a:xfrm>
            <a:off x="5263236" y="1499217"/>
            <a:ext cx="2400635" cy="370120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BEBB3C6-585D-F8F4-E5ED-DE85741673A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31295"/>
          <a:stretch/>
        </p:blipFill>
        <p:spPr>
          <a:xfrm>
            <a:off x="738229" y="1561362"/>
            <a:ext cx="2219635" cy="363905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821CE8B-19DF-FD9B-5911-651DCD0CDE1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9726"/>
          <a:stretch/>
        </p:blipFill>
        <p:spPr>
          <a:xfrm>
            <a:off x="7663871" y="1499218"/>
            <a:ext cx="3629532" cy="3701202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880CC0B-AFA4-F497-9D94-D76D295BCC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6242370"/>
            <a:ext cx="3669632" cy="6156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lya\Documents\Plotty\output\plotty-presentation-slides\slide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9E73713-7A43-468B-562D-50581DEFF7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1991"/>
          <a:stretch/>
        </p:blipFill>
        <p:spPr>
          <a:xfrm>
            <a:off x="735270" y="1555812"/>
            <a:ext cx="5621141" cy="471989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3C12B22-AE05-ECF5-DB27-76872D1F790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2808"/>
          <a:stretch/>
        </p:blipFill>
        <p:spPr>
          <a:xfrm>
            <a:off x="6356411" y="1555812"/>
            <a:ext cx="5100319" cy="47574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lya\Documents\Plotty\output\plotty-presentation-slides\slide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3DEDCE0-2639-BC01-9649-5E38A7361C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862" y="4910081"/>
            <a:ext cx="4171987" cy="80973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D035AA7-466E-443E-BFCE-1E912085F3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242370"/>
            <a:ext cx="3669632" cy="6156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lya\Documents\Plotty\output\plotty-presentation-slides\slide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lya\Documents\Plotty\output\plotty-presentation-slides\slide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22379DF-40F4-7677-05E0-22CE1C0F11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792" y="3913878"/>
            <a:ext cx="6266334" cy="98172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A194477-A7D5-9280-DB0B-CDC67868CC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242370"/>
            <a:ext cx="3669632" cy="61563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63692A6-8EEB-520B-DCD9-645B967BE1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6126" y="1451558"/>
            <a:ext cx="2179776" cy="363507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D1D1261-6D99-2284-0E25-819F1B56D5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792" y="1451558"/>
            <a:ext cx="6266334" cy="248646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697F87E-245D-01B4-4533-F8D71BABA8D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2426" b="20119"/>
          <a:stretch/>
        </p:blipFill>
        <p:spPr>
          <a:xfrm>
            <a:off x="9085902" y="1263315"/>
            <a:ext cx="2548635" cy="382332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lya\Documents\Plotty\output\plotty-presentation-slides\slide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F1CB54-8161-0530-A8B5-B884F6E0BA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489" y="2091205"/>
            <a:ext cx="5359654" cy="3092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12</Words>
  <Application>Microsoft Office PowerPoint</Application>
  <PresentationFormat>Широкоэкранный</PresentationFormat>
  <Paragraphs>12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Plotty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Plotty</dc:title>
  <dc:subject>Plotty presentation</dc:subject>
  <dc:creator>Plotty</dc:creator>
  <cp:lastModifiedBy>Ilya Matveev</cp:lastModifiedBy>
  <cp:revision>3</cp:revision>
  <dcterms:created xsi:type="dcterms:W3CDTF">2026-05-26T13:59:42Z</dcterms:created>
  <dcterms:modified xsi:type="dcterms:W3CDTF">2026-05-26T14:49:32Z</dcterms:modified>
</cp:coreProperties>
</file>